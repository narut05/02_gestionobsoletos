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431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521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083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799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965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481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615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395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250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120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20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534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043260" y="341820"/>
            <a:ext cx="5557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i="0" dirty="0" smtClean="0">
                <a:solidFill>
                  <a:srgbClr val="4B4B4B"/>
                </a:solidFill>
                <a:effectLst/>
                <a:latin typeface="Open Sans"/>
              </a:rPr>
              <a:t>Gestión de liquidación Obsoletos / Bloqueo local</a:t>
            </a:r>
            <a:endParaRPr lang="es-PE" dirty="0"/>
          </a:p>
        </p:txBody>
      </p:sp>
      <p:sp>
        <p:nvSpPr>
          <p:cNvPr id="5" name="Rectángulo redondeado 4"/>
          <p:cNvSpPr/>
          <p:nvPr/>
        </p:nvSpPr>
        <p:spPr>
          <a:xfrm>
            <a:off x="550780" y="1614655"/>
            <a:ext cx="1667108" cy="386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Campaña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324542" y="341820"/>
            <a:ext cx="2119583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PE" sz="1200" dirty="0" smtClean="0"/>
              <a:t>Comentario: La campaña de ahora es: OPERATIVO LIQUIDACION OBSOLETOS JUNIO-JULIO; OPERATIVO LIQUIDACION BLOQUEO LOCAL JULIO-AGOSTO;</a:t>
            </a:r>
            <a:endParaRPr lang="es-PE" sz="1200" dirty="0"/>
          </a:p>
        </p:txBody>
      </p:sp>
      <p:sp>
        <p:nvSpPr>
          <p:cNvPr id="7" name="Rectángulo redondeado 6"/>
          <p:cNvSpPr/>
          <p:nvPr/>
        </p:nvSpPr>
        <p:spPr>
          <a:xfrm>
            <a:off x="550780" y="2071706"/>
            <a:ext cx="1667108" cy="386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Año</a:t>
            </a:r>
            <a:endParaRPr lang="es-PE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53" y="2627459"/>
            <a:ext cx="1667108" cy="2514951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2672621" y="813469"/>
            <a:ext cx="1734532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 smtClean="0"/>
              <a:t>Cant</a:t>
            </a:r>
            <a:r>
              <a:rPr lang="es-PE" dirty="0" smtClean="0"/>
              <a:t>. Locales en campaña</a:t>
            </a:r>
          </a:p>
          <a:p>
            <a:pPr algn="ctr"/>
            <a:r>
              <a:rPr lang="es-PE" b="1" dirty="0" smtClean="0"/>
              <a:t>103</a:t>
            </a:r>
            <a:endParaRPr lang="es-PE" b="1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5099461" y="964916"/>
            <a:ext cx="2004811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% y </a:t>
            </a:r>
            <a:r>
              <a:rPr lang="es-PE" dirty="0" err="1" smtClean="0"/>
              <a:t>Cant</a:t>
            </a:r>
            <a:r>
              <a:rPr lang="es-PE" dirty="0" smtClean="0"/>
              <a:t>. Locales Realizadas: 95 / 96% </a:t>
            </a:r>
            <a:endParaRPr lang="es-PE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9295796" y="964915"/>
            <a:ext cx="232994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% y </a:t>
            </a:r>
            <a:r>
              <a:rPr lang="es-PE" dirty="0" err="1" smtClean="0"/>
              <a:t>Cant</a:t>
            </a:r>
            <a:r>
              <a:rPr lang="es-PE" dirty="0" smtClean="0"/>
              <a:t>. Locales Canceladas: </a:t>
            </a:r>
            <a:r>
              <a:rPr lang="es-PE" dirty="0" err="1" smtClean="0"/>
              <a:t>cant</a:t>
            </a:r>
            <a:r>
              <a:rPr lang="es-PE" dirty="0" smtClean="0"/>
              <a:t> y %</a:t>
            </a:r>
            <a:endParaRPr lang="es-PE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7211505" y="964915"/>
            <a:ext cx="1913083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% y </a:t>
            </a:r>
            <a:r>
              <a:rPr lang="es-PE" dirty="0" err="1" smtClean="0"/>
              <a:t>Cant</a:t>
            </a:r>
            <a:r>
              <a:rPr lang="es-PE" dirty="0" smtClean="0"/>
              <a:t>. Locales No realizaron: 7/ 6%</a:t>
            </a:r>
            <a:endParaRPr lang="es-PE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098" y="1834745"/>
            <a:ext cx="6621698" cy="1867161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098" y="3772181"/>
            <a:ext cx="2741602" cy="2920579"/>
          </a:xfrm>
          <a:prstGeom prst="rect">
            <a:avLst/>
          </a:prstGeom>
        </p:spPr>
      </p:pic>
      <p:sp>
        <p:nvSpPr>
          <p:cNvPr id="17" name="Rectángulo redondeado 16"/>
          <p:cNvSpPr/>
          <p:nvPr/>
        </p:nvSpPr>
        <p:spPr>
          <a:xfrm>
            <a:off x="5682616" y="3772180"/>
            <a:ext cx="3536798" cy="1370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smtClean="0"/>
              <a:t>Observadas:</a:t>
            </a:r>
          </a:p>
          <a:p>
            <a:pPr algn="ctr"/>
            <a:r>
              <a:rPr lang="es-PE" dirty="0" smtClean="0"/>
              <a:t>Tabla de las tiendas que le dieron que </a:t>
            </a:r>
            <a:r>
              <a:rPr lang="es-PE" b="1" dirty="0" smtClean="0"/>
              <a:t>“NO” </a:t>
            </a:r>
            <a:r>
              <a:rPr lang="es-PE" dirty="0" smtClean="0"/>
              <a:t>y su Comentario.</a:t>
            </a:r>
            <a:endParaRPr lang="es-PE" dirty="0"/>
          </a:p>
        </p:txBody>
      </p:sp>
      <p:sp>
        <p:nvSpPr>
          <p:cNvPr id="19" name="Rectángulo 18"/>
          <p:cNvSpPr/>
          <p:nvPr/>
        </p:nvSpPr>
        <p:spPr>
          <a:xfrm>
            <a:off x="9752006" y="6039057"/>
            <a:ext cx="1904214" cy="431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LINK FOTOS</a:t>
            </a:r>
            <a:endParaRPr lang="es-PE" dirty="0"/>
          </a:p>
        </p:txBody>
      </p:sp>
      <p:sp>
        <p:nvSpPr>
          <p:cNvPr id="20" name="Rectángulo 19"/>
          <p:cNvSpPr/>
          <p:nvPr/>
        </p:nvSpPr>
        <p:spPr>
          <a:xfrm>
            <a:off x="9120712" y="305656"/>
            <a:ext cx="2680118" cy="431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Actualizado a: fecha</a:t>
            </a:r>
            <a:endParaRPr lang="es-PE" dirty="0"/>
          </a:p>
        </p:txBody>
      </p:sp>
      <p:cxnSp>
        <p:nvCxnSpPr>
          <p:cNvPr id="23" name="Conector recto de flecha 22"/>
          <p:cNvCxnSpPr/>
          <p:nvPr/>
        </p:nvCxnSpPr>
        <p:spPr>
          <a:xfrm flipH="1">
            <a:off x="2007909" y="1436717"/>
            <a:ext cx="209979" cy="4154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redondeado 23"/>
          <p:cNvSpPr/>
          <p:nvPr/>
        </p:nvSpPr>
        <p:spPr>
          <a:xfrm>
            <a:off x="5682616" y="5232470"/>
            <a:ext cx="3536798" cy="1339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smtClean="0"/>
              <a:t>Canceladas:</a:t>
            </a:r>
          </a:p>
          <a:p>
            <a:pPr algn="ctr"/>
            <a:r>
              <a:rPr lang="es-PE" dirty="0" smtClean="0"/>
              <a:t>Tabla de las tiendas que le dieron que “NO” y su Comentario.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51123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107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Open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Paredes</dc:creator>
  <cp:lastModifiedBy>Enrique Paredes</cp:lastModifiedBy>
  <cp:revision>8</cp:revision>
  <dcterms:created xsi:type="dcterms:W3CDTF">2026-06-08T13:38:30Z</dcterms:created>
  <dcterms:modified xsi:type="dcterms:W3CDTF">2026-06-09T16:43:57Z</dcterms:modified>
</cp:coreProperties>
</file>